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8288000" cy="10287000"/>
  <p:notesSz cx="6858000" cy="9144000"/>
  <p:embeddedFontLst>
    <p:embeddedFont>
      <p:font typeface="Garet" panose="020B0604020202020204" charset="0"/>
      <p:regular r:id="rId8"/>
    </p:embeddedFont>
    <p:embeddedFont>
      <p:font typeface="League Spartan" panose="020B0604020202020204" charset="0"/>
      <p:regular r:id="rId9"/>
    </p:embeddedFont>
    <p:embeddedFont>
      <p:font typeface="Raleway" pitchFamily="2" charset="0"/>
      <p:regular r:id="rId10"/>
    </p:embeddedFont>
    <p:embeddedFont>
      <p:font typeface="TAN Meringue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327A3-4C70-4364-8495-EF349374E87C}" v="13" dt="2026-09-21T13:36:23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gajera" userId="bf37b3fe0f85b53d" providerId="LiveId" clId="{2C1A8FAD-25D0-40AC-AFEB-F71239615660}"/>
    <pc:docChg chg="undo custSel modSld sldOrd">
      <pc:chgData name="yash gajera" userId="bf37b3fe0f85b53d" providerId="LiveId" clId="{2C1A8FAD-25D0-40AC-AFEB-F71239615660}" dt="2026-09-21T13:36:31.977" v="156" actId="20577"/>
      <pc:docMkLst>
        <pc:docMk/>
      </pc:docMkLst>
      <pc:sldChg chg="addSp delSp modSp mod">
        <pc:chgData name="yash gajera" userId="bf37b3fe0f85b53d" providerId="LiveId" clId="{2C1A8FAD-25D0-40AC-AFEB-F71239615660}" dt="2026-09-21T11:11:40.988" v="83" actId="1035"/>
        <pc:sldMkLst>
          <pc:docMk/>
          <pc:sldMk cId="0" sldId="256"/>
        </pc:sldMkLst>
        <pc:spChg chg="mod">
          <ac:chgData name="yash gajera" userId="bf37b3fe0f85b53d" providerId="LiveId" clId="{2C1A8FAD-25D0-40AC-AFEB-F71239615660}" dt="2026-09-21T11:11:02.152" v="39" actId="1038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sh gajera" userId="bf37b3fe0f85b53d" providerId="LiveId" clId="{2C1A8FAD-25D0-40AC-AFEB-F71239615660}" dt="2026-09-21T11:11:40.988" v="83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yash gajera" userId="bf37b3fe0f85b53d" providerId="LiveId" clId="{2C1A8FAD-25D0-40AC-AFEB-F71239615660}" dt="2026-09-21T11:08:49.768" v="2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yash gajera" userId="bf37b3fe0f85b53d" providerId="LiveId" clId="{2C1A8FAD-25D0-40AC-AFEB-F71239615660}" dt="2026-09-21T11:11:40.988" v="83" actId="1035"/>
          <ac:spMkLst>
            <pc:docMk/>
            <pc:sldMk cId="0" sldId="256"/>
            <ac:spMk id="8" creationId="{089B22FA-7079-71EF-EF99-F0D7F23FA423}"/>
          </ac:spMkLst>
        </pc:spChg>
        <pc:spChg chg="add del mod">
          <ac:chgData name="yash gajera" userId="bf37b3fe0f85b53d" providerId="LiveId" clId="{2C1A8FAD-25D0-40AC-AFEB-F71239615660}" dt="2026-09-21T11:11:03.198" v="41"/>
          <ac:spMkLst>
            <pc:docMk/>
            <pc:sldMk cId="0" sldId="256"/>
            <ac:spMk id="9" creationId="{EA6C1155-365A-94E0-DC53-8174D1AEF054}"/>
          </ac:spMkLst>
        </pc:spChg>
      </pc:sldChg>
      <pc:sldChg chg="modSp mod">
        <pc:chgData name="yash gajera" userId="bf37b3fe0f85b53d" providerId="LiveId" clId="{2C1A8FAD-25D0-40AC-AFEB-F71239615660}" dt="2026-09-21T09:55:07.574" v="9" actId="20577"/>
        <pc:sldMkLst>
          <pc:docMk/>
          <pc:sldMk cId="0" sldId="257"/>
        </pc:sldMkLst>
        <pc:spChg chg="mod">
          <ac:chgData name="yash gajera" userId="bf37b3fe0f85b53d" providerId="LiveId" clId="{2C1A8FAD-25D0-40AC-AFEB-F71239615660}" dt="2026-09-21T09:55:07.574" v="9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yash gajera" userId="bf37b3fe0f85b53d" providerId="LiveId" clId="{2C1A8FAD-25D0-40AC-AFEB-F71239615660}" dt="2026-09-21T13:33:10.999" v="118"/>
        <pc:sldMkLst>
          <pc:docMk/>
          <pc:sldMk cId="0" sldId="258"/>
        </pc:sldMkLst>
        <pc:spChg chg="mod">
          <ac:chgData name="yash gajera" userId="bf37b3fe0f85b53d" providerId="LiveId" clId="{2C1A8FAD-25D0-40AC-AFEB-F71239615660}" dt="2026-09-21T13:33:10.999" v="118"/>
          <ac:spMkLst>
            <pc:docMk/>
            <pc:sldMk cId="0" sldId="258"/>
            <ac:spMk id="5" creationId="{00000000-0000-0000-0000-000000000000}"/>
          </ac:spMkLst>
        </pc:spChg>
      </pc:sldChg>
      <pc:sldChg chg="ord">
        <pc:chgData name="yash gajera" userId="bf37b3fe0f85b53d" providerId="LiveId" clId="{2C1A8FAD-25D0-40AC-AFEB-F71239615660}" dt="2026-09-21T09:56:33.544" v="20"/>
        <pc:sldMkLst>
          <pc:docMk/>
          <pc:sldMk cId="0" sldId="259"/>
        </pc:sldMkLst>
      </pc:sldChg>
      <pc:sldChg chg="modSp mod">
        <pc:chgData name="yash gajera" userId="bf37b3fe0f85b53d" providerId="LiveId" clId="{2C1A8FAD-25D0-40AC-AFEB-F71239615660}" dt="2026-09-21T13:36:31.977" v="156" actId="20577"/>
        <pc:sldMkLst>
          <pc:docMk/>
          <pc:sldMk cId="0" sldId="260"/>
        </pc:sldMkLst>
        <pc:spChg chg="mod">
          <ac:chgData name="yash gajera" userId="bf37b3fe0f85b53d" providerId="LiveId" clId="{2C1A8FAD-25D0-40AC-AFEB-F71239615660}" dt="2026-09-21T13:36:31.977" v="156" actId="20577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85422" y="7059747"/>
            <a:ext cx="11605884" cy="869477"/>
            <a:chOff x="0" y="0"/>
            <a:chExt cx="3101746" cy="2323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01746" cy="232373"/>
            </a:xfrm>
            <a:custGeom>
              <a:avLst/>
              <a:gdLst/>
              <a:ahLst/>
              <a:cxnLst/>
              <a:rect l="l" t="t" r="r" b="b"/>
              <a:pathLst>
                <a:path w="3101746" h="232373">
                  <a:moveTo>
                    <a:pt x="34020" y="0"/>
                  </a:moveTo>
                  <a:lnTo>
                    <a:pt x="3067726" y="0"/>
                  </a:lnTo>
                  <a:cubicBezTo>
                    <a:pt x="3086515" y="0"/>
                    <a:pt x="3101746" y="15231"/>
                    <a:pt x="3101746" y="34020"/>
                  </a:cubicBezTo>
                  <a:lnTo>
                    <a:pt x="3101746" y="198353"/>
                  </a:lnTo>
                  <a:cubicBezTo>
                    <a:pt x="3101746" y="207376"/>
                    <a:pt x="3098162" y="216029"/>
                    <a:pt x="3091782" y="222409"/>
                  </a:cubicBezTo>
                  <a:cubicBezTo>
                    <a:pt x="3085402" y="228789"/>
                    <a:pt x="3076748" y="232373"/>
                    <a:pt x="3067726" y="232373"/>
                  </a:cubicBezTo>
                  <a:lnTo>
                    <a:pt x="34020" y="232373"/>
                  </a:lnTo>
                  <a:cubicBezTo>
                    <a:pt x="15231" y="232373"/>
                    <a:pt x="0" y="217142"/>
                    <a:pt x="0" y="198353"/>
                  </a:cubicBezTo>
                  <a:lnTo>
                    <a:pt x="0" y="34020"/>
                  </a:lnTo>
                  <a:cubicBezTo>
                    <a:pt x="0" y="24998"/>
                    <a:pt x="3584" y="16344"/>
                    <a:pt x="9964" y="9964"/>
                  </a:cubicBezTo>
                  <a:cubicBezTo>
                    <a:pt x="16344" y="3584"/>
                    <a:pt x="24998" y="0"/>
                    <a:pt x="34020" y="0"/>
                  </a:cubicBezTo>
                  <a:close/>
                </a:path>
              </a:pathLst>
            </a:custGeom>
            <a:solidFill>
              <a:srgbClr val="69452E">
                <a:alpha val="61961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01746" cy="270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5422" y="2171700"/>
            <a:ext cx="11917156" cy="255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24"/>
              </a:lnSpc>
            </a:pPr>
            <a:r>
              <a:rPr lang="en-US" sz="14874" dirty="0">
                <a:solidFill>
                  <a:srgbClr val="EFE7DD"/>
                </a:solidFill>
                <a:latin typeface="TAN Meringue"/>
                <a:ea typeface="TAN Meringue"/>
                <a:cs typeface="TAN Meringue"/>
                <a:sym typeface="TAN Meringue"/>
              </a:rPr>
              <a:t>JOYORY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58038" y="6639450"/>
            <a:ext cx="1086065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017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YASH GAJERA</a:t>
            </a:r>
          </a:p>
          <a:p>
            <a:pPr algn="ctr">
              <a:lnSpc>
                <a:spcPts val="4200"/>
              </a:lnSpc>
            </a:pPr>
            <a:r>
              <a:rPr lang="en-US" sz="3000" spc="1017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NAIMISH GONDALIYA</a:t>
            </a:r>
          </a:p>
          <a:p>
            <a:pPr algn="ctr">
              <a:lnSpc>
                <a:spcPts val="4200"/>
              </a:lnSpc>
            </a:pPr>
            <a:r>
              <a:rPr lang="en-US" sz="3000" spc="1017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KEVIN VASANI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B22FA-7079-71EF-EF99-F0D7F23FA423}"/>
              </a:ext>
            </a:extLst>
          </p:cNvPr>
          <p:cNvSpPr txBox="1"/>
          <p:nvPr/>
        </p:nvSpPr>
        <p:spPr>
          <a:xfrm>
            <a:off x="5105400" y="4658399"/>
            <a:ext cx="891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>
                    <a:lumMod val="75000"/>
                  </a:schemeClr>
                </a:solidFill>
                <a:latin typeface="TAN Meringue" charset="0"/>
              </a:rPr>
              <a:t>SMART SHOPPING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13570" y="578644"/>
            <a:ext cx="7708485" cy="9129712"/>
            <a:chOff x="0" y="0"/>
            <a:chExt cx="1345629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5629" cy="1593725"/>
            </a:xfrm>
            <a:custGeom>
              <a:avLst/>
              <a:gdLst/>
              <a:ahLst/>
              <a:cxnLst/>
              <a:rect l="l" t="t" r="r" b="b"/>
              <a:pathLst>
                <a:path w="1345629" h="1593725">
                  <a:moveTo>
                    <a:pt x="0" y="0"/>
                  </a:moveTo>
                  <a:lnTo>
                    <a:pt x="1345629" y="0"/>
                  </a:lnTo>
                  <a:lnTo>
                    <a:pt x="13456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49000"/>
              </a:blip>
              <a:stretch>
                <a:fillRect t="-3577" b="-900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754222" y="1249254"/>
            <a:ext cx="7001891" cy="7788492"/>
            <a:chOff x="0" y="0"/>
            <a:chExt cx="1432767" cy="1593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2767" cy="1593725"/>
            </a:xfrm>
            <a:custGeom>
              <a:avLst/>
              <a:gdLst/>
              <a:ahLst/>
              <a:cxnLst/>
              <a:rect l="l" t="t" r="r" b="b"/>
              <a:pathLst>
                <a:path w="1432767" h="1593725">
                  <a:moveTo>
                    <a:pt x="0" y="0"/>
                  </a:moveTo>
                  <a:lnTo>
                    <a:pt x="1432767" y="0"/>
                  </a:lnTo>
                  <a:lnTo>
                    <a:pt x="143276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5617" r="-561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323339"/>
            <a:ext cx="7816325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EFE7DD"/>
                </a:solidFill>
                <a:latin typeface="TAN Meringue"/>
                <a:ea typeface="TAN Meringue"/>
                <a:cs typeface="TAN Meringue"/>
                <a:sym typeface="TAN Meringue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40710"/>
            <a:ext cx="8512276" cy="532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dirty="0" err="1">
                <a:solidFill>
                  <a:srgbClr val="EFE7DD"/>
                </a:solidFill>
                <a:latin typeface="Raleway"/>
                <a:ea typeface="Raleway"/>
                <a:cs typeface="Raleway"/>
                <a:sym typeface="Raleway"/>
              </a:rPr>
              <a:t>Joyory</a:t>
            </a:r>
            <a:r>
              <a:rPr lang="en-US" sz="2700" dirty="0">
                <a:solidFill>
                  <a:srgbClr val="EFE7DD"/>
                </a:solidFill>
                <a:latin typeface="Raleway"/>
                <a:ea typeface="Raleway"/>
                <a:cs typeface="Raleway"/>
                <a:sym typeface="Raleway"/>
              </a:rPr>
              <a:t> Personal Skin Intelligence Engine is an AI-powered skincare solution that goes beyond basic product recommendations.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EFE7D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EFE7DD"/>
                </a:solidFill>
                <a:latin typeface="Raleway"/>
                <a:ea typeface="Raleway"/>
                <a:cs typeface="Raleway"/>
                <a:sym typeface="Raleway"/>
              </a:rPr>
              <a:t>It analysis the user's skin, existing routine, environmental conditions, and product responses to provide personalized skincare guidance.</a:t>
            </a:r>
          </a:p>
          <a:p>
            <a:pPr algn="just">
              <a:lnSpc>
                <a:spcPts val="3779"/>
              </a:lnSpc>
            </a:pPr>
            <a:endParaRPr lang="en-US" sz="2700" dirty="0">
              <a:solidFill>
                <a:srgbClr val="EFE7D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just">
              <a:lnSpc>
                <a:spcPts val="3779"/>
              </a:lnSpc>
            </a:pPr>
            <a:r>
              <a:rPr lang="en-US" sz="2700" dirty="0">
                <a:solidFill>
                  <a:srgbClr val="EFE7DD"/>
                </a:solidFill>
                <a:latin typeface="Raleway"/>
                <a:ea typeface="Raleway"/>
                <a:cs typeface="Raleway"/>
                <a:sym typeface="Raleway"/>
              </a:rPr>
              <a:t>It doesn’t just recommend skincare products—it understands your skin, learns from your experience, and continuously adapts your routine to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2962" y="578644"/>
            <a:ext cx="4759565" cy="9129712"/>
            <a:chOff x="0" y="0"/>
            <a:chExt cx="6346086" cy="121729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6735" r="21131"/>
            <a:stretch>
              <a:fillRect/>
            </a:stretch>
          </p:blipFill>
          <p:spPr>
            <a:xfrm>
              <a:off x="0" y="0"/>
              <a:ext cx="6346086" cy="1217295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333625" y="445294"/>
            <a:ext cx="7398935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20"/>
              </a:lnSpc>
              <a:spcBef>
                <a:spcPct val="0"/>
              </a:spcBef>
            </a:pPr>
            <a:r>
              <a:rPr lang="en-US" sz="6800">
                <a:solidFill>
                  <a:srgbClr val="EFE7DD"/>
                </a:solidFill>
                <a:latin typeface="TAN Meringue"/>
                <a:ea typeface="TAN Meringue"/>
                <a:cs typeface="TAN Meringue"/>
                <a:sym typeface="TAN Meringue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3625" y="2003780"/>
            <a:ext cx="13251901" cy="898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Routine Compatibility Detection to identify potential conflicts between multiple skincare products.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Pr</a:t>
            </a:r>
            <a:r>
              <a:rPr lang="en-US" sz="2799" u="none" strike="noStrike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ogressive Weekly Routine Planning to introduce products gradually and systematically</a:t>
            </a:r>
          </a:p>
          <a:p>
            <a:pPr algn="l">
              <a:lnSpc>
                <a:spcPts val="3919"/>
              </a:lnSpc>
            </a:pP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Personal Skin Response Learning by tracking user feedback and product experiences.</a:t>
            </a:r>
          </a:p>
          <a:p>
            <a:pPr algn="l">
              <a:lnSpc>
                <a:spcPts val="3919"/>
              </a:lnSpc>
            </a:pP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Weather-Based Skincare Adaptation using real-time environmental conditions.</a:t>
            </a:r>
          </a:p>
          <a:p>
            <a:pPr algn="l">
              <a:lnSpc>
                <a:spcPts val="3919"/>
              </a:lnSpc>
            </a:pP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Capture a face image and analyze it using Gemini AI API for personalized skincare insights and recommendations.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IN" sz="2799" u="none" strike="noStrike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Automatically reorder functionality </a:t>
            </a: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19"/>
              </a:lnSpc>
            </a:pP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19"/>
              </a:lnSpc>
            </a:pPr>
            <a:endParaRPr lang="en-US" sz="2799" u="none" strike="noStrike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6551" y="1690370"/>
            <a:ext cx="10359358" cy="598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Make face </a:t>
            </a:r>
            <a:r>
              <a:rPr lang="en-US" sz="2799" dirty="0" err="1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recognise</a:t>
            </a: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 better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Create app for user experience better and daily routine notification</a:t>
            </a:r>
          </a:p>
          <a:p>
            <a:pPr marL="302259" lvl="1"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Continuously analyzes user feedback, skin changes to automatically refine and personalize future skincare recommendations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 dirty="0">
              <a:solidFill>
                <a:srgbClr val="EFE7DD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Garet"/>
                <a:ea typeface="Garet"/>
                <a:cs typeface="Garet"/>
                <a:sym typeface="Garet"/>
              </a:rPr>
              <a:t>Learns from customer feedback after each product usage to provide personalized recommendations over time.</a:t>
            </a:r>
          </a:p>
        </p:txBody>
      </p:sp>
      <p:sp>
        <p:nvSpPr>
          <p:cNvPr id="3" name="Freeform 3"/>
          <p:cNvSpPr/>
          <p:nvPr/>
        </p:nvSpPr>
        <p:spPr>
          <a:xfrm>
            <a:off x="295650" y="1010616"/>
            <a:ext cx="6056841" cy="8237304"/>
          </a:xfrm>
          <a:custGeom>
            <a:avLst/>
            <a:gdLst/>
            <a:ahLst/>
            <a:cxnLst/>
            <a:rect l="l" t="t" r="r" b="b"/>
            <a:pathLst>
              <a:path w="6056841" h="8237304">
                <a:moveTo>
                  <a:pt x="0" y="0"/>
                </a:moveTo>
                <a:lnTo>
                  <a:pt x="6056841" y="0"/>
                </a:lnTo>
                <a:lnTo>
                  <a:pt x="6056841" y="8237304"/>
                </a:lnTo>
                <a:lnTo>
                  <a:pt x="0" y="8237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26551" y="551828"/>
            <a:ext cx="10040799" cy="82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36"/>
              </a:lnSpc>
              <a:spcBef>
                <a:spcPct val="0"/>
              </a:spcBef>
            </a:pPr>
            <a:r>
              <a:rPr lang="en-US" sz="4812">
                <a:solidFill>
                  <a:srgbClr val="EFE7DD"/>
                </a:solidFill>
                <a:latin typeface="TAN Meringue"/>
                <a:ea typeface="TAN Meringue"/>
                <a:cs typeface="TAN Meringue"/>
                <a:sym typeface="TAN Meringue"/>
              </a:rPr>
              <a:t>FUTURE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95350"/>
            <a:ext cx="8960146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EFE7DD"/>
                </a:solidFill>
                <a:latin typeface="TAN Meringue"/>
                <a:ea typeface="TAN Meringue"/>
                <a:cs typeface="TAN Meringue"/>
                <a:sym typeface="TAN Meringue"/>
              </a:rPr>
              <a:t>TECHNOLOGY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71446"/>
            <a:ext cx="15040424" cy="741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Frontend 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React.js, Tailwind, React Bits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 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Python Django, Django Rest Framework, JWT Authentication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SQLite ( Django default )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Tools 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ChatGPT, Gemini, </a:t>
            </a:r>
            <a:r>
              <a:rPr lang="en-US" sz="2799" dirty="0" err="1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Clude</a:t>
            </a: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 Antigravity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      Gemini AI </a:t>
            </a:r>
            <a:r>
              <a:rPr lang="en-US" sz="2799" dirty="0">
                <a:solidFill>
                  <a:srgbClr val="EFE7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 Face Analysis ), Open Weather API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EFE7D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428633" y="9187637"/>
            <a:ext cx="1639921" cy="25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300">
                <a:solidFill>
                  <a:srgbClr val="6C5240"/>
                </a:solidFill>
                <a:latin typeface="Garet"/>
                <a:ea typeface="Garet"/>
                <a:cs typeface="Garet"/>
                <a:sym typeface="Garet"/>
              </a:rPr>
              <a:t>Job Position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94790" y="9187637"/>
            <a:ext cx="1639921" cy="25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300">
                <a:solidFill>
                  <a:srgbClr val="6C5240"/>
                </a:solidFill>
                <a:latin typeface="Garet"/>
                <a:ea typeface="Garet"/>
                <a:cs typeface="Garet"/>
                <a:sym typeface="Garet"/>
              </a:rPr>
              <a:t>Job 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243</Words>
  <Application>Microsoft Office PowerPoint</Application>
  <PresentationFormat>Custom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League Spartan</vt:lpstr>
      <vt:lpstr>TAN Meringue</vt:lpstr>
      <vt:lpstr>Calibri</vt:lpstr>
      <vt:lpstr>Garet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Beige Modern Skincare Product Presentation</dc:title>
  <cp:lastModifiedBy>yash gajera</cp:lastModifiedBy>
  <cp:revision>2</cp:revision>
  <dcterms:created xsi:type="dcterms:W3CDTF">2006-08-16T00:00:00Z</dcterms:created>
  <dcterms:modified xsi:type="dcterms:W3CDTF">2026-09-21T13:36:36Z</dcterms:modified>
  <dc:identifier>DAHVwy6L_hI</dc:identifier>
</cp:coreProperties>
</file>